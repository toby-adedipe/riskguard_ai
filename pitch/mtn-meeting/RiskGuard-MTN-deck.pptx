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626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incident-to-compliance autopilot for telecom operations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 major network incident early, quantify its regulatory and revenue exposure, and produce an NCC-ready evidence pack — automatically.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Sentinel   ·   prepared for MTN Nigeria   ·   exploratory session,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 longer just downtime — it is a bill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3911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9,218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fibre cuts on MTN's network in 2025 (CEO-disclosed); &gt;50% of all Nigerian outages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03911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of 118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27157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December 2025's network outages were MTN's — the most of any operator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03911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Nov 2025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83880" y="271576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NCC enforces consumer compensation for QoS breaches, by subscriber ARPU per LGA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NCC now mandates major-outage reporting through its Uptime portal — cause, area, and restoration time for every qualifying event.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"major outage" = ≥5% of subscribers OR ≥5 LGAs, OR ≥100 sites / 5% of sites for ≥30 min. That threshold model maps directly onto LGA-level detection.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evidence assembly, and exposure calculation today are largely manual and reactive — under a regime that now attaches a number to every incident.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layer, four jobs — on every incident, automatically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82296" cy="196596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122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Detect &amp; classify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69464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weak signals into an emerging incident, classify it against NCC thresholds, and raise an early time-to-breach warning.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965960"/>
            <a:ext cx="82296" cy="196596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1122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Quantify exposure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2569464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subscribers, enterprise lines, revenue at risk, and NCC compensation liability — computed live from your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206240"/>
            <a:ext cx="82296" cy="196596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3525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Recommend mitigation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4809744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do-nothing vs. reroute / failover, ranked by cost and impact. Mandatory human approval — nothing acts on its own.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206240"/>
            <a:ext cx="82296" cy="196596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43525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File &amp; prove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4809744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a regulator-ready NCC evidence pack and consumer-notification draft, backed by an append-only audit trail.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sits on top of your stack — read-only in, structured 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73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SYSTEMS (OSS / BSS)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57400"/>
            <a:ext cx="64008" cy="713232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057400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/ alarms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Netcool · Huawei 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98648"/>
            <a:ext cx="64008" cy="713232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898648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KPIs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ENIQ · NetAct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39896"/>
            <a:ext cx="64008" cy="713232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73989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/ BSS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site→LGA · subscribers · ARPU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51960" y="1673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(AGENTIC LAYER)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2057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057400"/>
            <a:ext cx="64008" cy="71323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9" name="Text 17"/>
          <p:cNvSpPr/>
          <p:nvPr/>
        </p:nvSpPr>
        <p:spPr>
          <a:xfrm>
            <a:off x="4416552" y="2057400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adapters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 Forum APIs · Kafka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2898648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2898648"/>
            <a:ext cx="64008" cy="71323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22" name="Text 20"/>
          <p:cNvSpPr/>
          <p:nvPr/>
        </p:nvSpPr>
        <p:spPr>
          <a:xfrm>
            <a:off x="4416552" y="2898648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grounded agents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· impact · mitigation · compliance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51960" y="3739896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3739896"/>
            <a:ext cx="64008" cy="71323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25" name="Text 23"/>
          <p:cNvSpPr/>
          <p:nvPr/>
        </p:nvSpPr>
        <p:spPr>
          <a:xfrm>
            <a:off x="4416552" y="373989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validator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traced to a source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1673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63840" y="20574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2057400"/>
            <a:ext cx="64008" cy="7132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2057400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time-to-breach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863840" y="2898648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2898648"/>
            <a:ext cx="64008" cy="7132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2" name="Text 30"/>
          <p:cNvSpPr/>
          <p:nvPr/>
        </p:nvSpPr>
        <p:spPr>
          <a:xfrm>
            <a:off x="8028432" y="2898648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NCC pack + exposure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 per incident + consumer notice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63840" y="3739896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3739896"/>
            <a:ext cx="64008" cy="713232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5" name="Text 33"/>
          <p:cNvSpPr/>
          <p:nvPr/>
        </p:nvSpPr>
        <p:spPr>
          <a:xfrm>
            <a:off x="8028432" y="373989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→ ticket
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never modify your systems — we subscribe to signals you already emit. Start on a file of one past incident (zero integration), then a read-only feed; we write the adapter, you grant read access. A listener is a tap, not a transplant. Azure OpenAI + Semantic Kernel, aligned with your cloud.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+ GROUNDED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listens and concludes on its own — and can't make numbers 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881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agent — correlates alarms across transport, BTS and power into an emerging incident + time-to-breach.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/ revenue agent — subscribers, enterprise lines, revenue at risk, and NCC compensation exposure.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agent — simulates and ranks options before recommending; human approves.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 — classifies against NCC thresholds and drafts the evidence pack (hours → minutes).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/ audit agent — grounded root-cause note + append-only, non-repudiable record.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validator: every KPI, sum, subscriber count and action in an answer must trace to a system of record — or it is rejected. No hallucinated figures reach an operator or a regulatory filing.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SHOW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incident, end to end: Ikeja backbone fibre cut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95728"/>
            <a:ext cx="17830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feed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green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395728"/>
            <a:ext cx="17830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risk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~47 min to breach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9744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84064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2395728"/>
            <a:ext cx="17830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reason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 + validation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31736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06056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7496" y="2395728"/>
            <a:ext cx="17830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+ approve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53728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528048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9F7F4"/>
          </a:solidFill>
          <a:ln w="19050">
            <a:solidFill>
              <a:srgbClr val="12A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9488" y="2395728"/>
            <a:ext cx="17830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
</a:t>
            </a:r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+ NCC pack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exposure 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as a system consuming your telemetry — not a scripted story. One incident type; the adapter is identical for the rest.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wow is the visible multi-agent choreography and the trust badge — followed by a number a regulator and a CFO both care about.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US, AND WHERE WE HONESTLY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this problem — proven on your data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82296" cy="301752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122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 / why now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69464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Top-4 winner at the AI4Telco Hackathon (MTN Foundation, telecom partner) — the exact solution to your #1 operational problem, built in a weekend.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Already on Azure OpenAI + Semantic Kernel — aligned with your cloud and the Microsoft AI Skills Week stack.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 designed so data source and reasoning are separable — pilot integration is thin.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965960"/>
            <a:ext cx="82296" cy="301752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1122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— plainly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2569464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RiskGuard is a working, end-to-end vertical slice on synthetic data.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not yet running on live MTN telemetry — that is exactly what the paid pilot proves.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 won't promise integration timelines, security posture, or ROI beyond what we can show. Under-promising is the point.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COLLABORATION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pathways — anchored on a paid pilot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82296" cy="32004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579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Paid pilot  (primary)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615184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weeks. One region, one incident type (fibre-cut), one agreed success metric. Read-only feed, one past incident to replay, an NDA.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value on your data and creates the reference.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011680"/>
            <a:ext cx="82296" cy="320040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1579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Cloud Accelerator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615184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parallel. Non-dilutive grant, GTM support from MTN's internal teams, and access to MTN APIs (Cloud, MoMo, Chenosis).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and distribution without giving up ownership.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011680"/>
            <a:ext cx="82296" cy="320040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21579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Design partnership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2615184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RiskGuard against real, anonymized-first incident data under NDA.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Low-commitment, and it is what makes pathways 1 and 2 credible. Co-development, not "give us your data."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scoped, paid proof-of-value pilot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88136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fibre-cut incidents in one region, on your fault + performance feed.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 (agreed together): NCC-pack turnaround, exposure accuracy, and early-warning lead time.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you: a read-only feed (Kafka or export), site→LGA + subscriber/ARPU context (can start aggregated), one past major incident to replay, an NDA, and a technical point of contact.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get: a validated compliance-and-exposure layer live on your telemetry, and a decision on scaling.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E1B2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we send a one-page pilot outline — success metric and timeline — within 48 hours of this call.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RiskGuard AI  ·  confidential  ·  prepared for MTN Nigeria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RiskGuard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RiskGuard AI x MTN Nigeria</dc:title>
  <dc:subject>PptxGenJS Presentation</dc:subject>
  <dc:creator>Team Sentinel</dc:creator>
  <cp:lastModifiedBy>Team Sentinel</cp:lastModifiedBy>
  <cp:revision>1</cp:revision>
  <dcterms:created xsi:type="dcterms:W3CDTF">2026-07-07T08:35:53Z</dcterms:created>
  <dcterms:modified xsi:type="dcterms:W3CDTF">2026-07-07T08:35:53Z</dcterms:modified>
</cp:coreProperties>
</file>